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C13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</a:defRPr>
            </a:pPr>
            <a:r>
              <a:t>TRACK 1: ALUMNI NETWORK &amp;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8FAFC"/>
                </a:solidFill>
              </a:rPr>
              <a:t>Link</a:t>
            </a:r>
            <a:r>
              <a:rPr sz="7200" b="1" i="1">
                <a:solidFill>
                  <a:srgbClr val="38BDF8"/>
                </a:solidFill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084FC"/>
                </a:solidFill>
              </a:defRPr>
            </a:pPr>
            <a:r>
              <a:t>Building a Living Network, Not a Dead Directory.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Autonomous Campus &amp; Alumni Intent Network powered by Verified Proof-of-Work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🛡️ Zero Cold DMs   •   ⚡ 1-Click ATS Referrals   •   🚀 Micro-Bounties   •   🏫 NIRF/NAAC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THE CORE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Traditional Alumni Portals &amp; Cold DMs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Traditional college portals with 10,000+ registered names have nearly ZERO daily active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0C132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The Cold-DM Crisis</a:t>
            </a:r>
          </a:p>
          <a:p>
            <a:pPr>
              <a:defRPr sz="1100" b="1">
                <a:solidFill>
                  <a:srgbClr val="F472B6"/>
                </a:solidFill>
              </a:defRPr>
            </a:pPr>
            <a:r>
              <a:t>98% Message Drop Rate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Students spam alumni on LinkedIn with generic begging messages ('Sir please refer me'). Busy engineers at Google &amp; Swiggy have 0 time to read 5-page resumes, leading them to close their inboxes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0C13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Directory vs Network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Dead Phonebook Syndrome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 directory lists where people work; a NETWORK actively pairs people based on real-time Intent and Expertise. Existing portals have no concept of mutual availability or reciprocation triggers.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0C132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Disconnected Stakeholders</a:t>
            </a:r>
          </a:p>
          <a:p>
            <a:pPr>
              <a:defRPr sz="1100" b="1">
                <a:solidFill>
                  <a:srgbClr val="C084FC"/>
                </a:solidFill>
              </a:defRPr>
            </a:pPr>
            <a:r>
              <a:t>Siloed Campus Ecosystem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Alumni founders struggle to find fast campus builders for MVPs; faculty lack industry co-guides for student capstones; and colleges have zero live data on referral-to-offer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LinkX Solution: 6-Role Reciprocity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 autonomous intent exchange connecting all 6 campus stakeholders with high-conviction proof-of-work.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🎓 Student Gateway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Proof-of-Work Pitch Lab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 raw text allowed. Connects GitHub repo/PR; generates automated Code Readiness Score (0-100).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72B6"/>
                </a:solidFill>
              </a:defRPr>
            </a:pPr>
            <a:r>
              <a:t>💼 Alumnus Desk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1-Minute Decision Radar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Receives executive code dossiers; approves 1-Click ATS referrals without resume screening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5740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🚀 Founder Exchange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Micro-Bounty Board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Posts ₹5k–₹25k feature bounties with escrow protection. Hires proven campus builders in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🏛️ Faculty Hub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Industry Capstones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Connects semester research projects with alumni tech leads from top tier firms as industry co-guides.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11480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72B6"/>
                </a:solidFill>
              </a:defRPr>
            </a:pPr>
            <a:r>
              <a:t>🎯 Corporate Recruiter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Pre-Vetted Talent Radar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Bypasses campus placement lag; filters candidates by AST test coverage, latency benchmarks, and code readiness.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114800"/>
            <a:ext cx="3429000" cy="1965960"/>
          </a:xfrm>
          <a:prstGeom prst="roundRect">
            <a:avLst/>
          </a:prstGeom>
          <a:solidFill>
            <a:srgbClr val="0C13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25196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🏫 Institution Desk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Outcome &amp; NIRF Analytics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telemetry on student earnings, alumni density in tech hubs, and verified referral conversions.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FEATURE SPOTLIGHT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Anti-Cold-DM Pitch Lab &amp; AST Code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Replacing begging DMs with verifiable engineering proof-of-work.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0C13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How the Anti-Cold-DM Engine Works: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1. Zero Begging Messages: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Students are prohibited from sending raw unvetted text like 'Sir please refer me'.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2. GitHub Repository Staking: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 inputs their actual GitHub repository or Pull Request addressing a real problem.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3. AST Architecture Analysis: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Engine analyzes test-to-code ratio, cyclomatic complexity, concurrency patterns, and P99 latency.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4. 60-Second Flash Dossier: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Generates a clean, verified candidate scorecard that alumni can evaluate in under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11C3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</a:defRPr>
            </a:pPr>
            <a:r>
              <a:t>Generated 1-Minute Executive Dossier: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Code Readiness Score: 94 / 100 (Top 5% Tier)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Primary Stack: Go / Distributed Consistent Hashing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Test Coverage: 92.4% Unit &amp; Integration Suites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P99 Benchmark: 14ms Latency at 10k RPS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Memory Analysis: Zero Goroutine Leaks (pprof verified)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Architectural Highlight: Robust virtual-node hashing ring with graceful node failover and zero cache drops.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Target Action: 1-Click ATS Referral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FEATURE SPOTLIGHT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Alumnus Referral Radar: Zero-Lag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Respecting alumni time with high-conviction 1-click ATS referrals.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2024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No Resume Screening Fatigue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Alumni receive a concise 1-minute scorecard highlighting actual code quality, eliminating the need to read ambiguous 5-page resumes.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920240"/>
          </a:xfrm>
          <a:prstGeom prst="roundRect">
            <a:avLst/>
          </a:prstGeom>
          <a:solidFill>
            <a:srgbClr val="0C132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72B6"/>
                </a:solidFill>
              </a:defRPr>
            </a:pPr>
            <a:r>
              <a:t>1-Click ATS Dispatch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With a single click, the alumnus validates the student's work and automatically pushes a warm referral into their internal corporate ATS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1920240"/>
          </a:xfrm>
          <a:prstGeom prst="roundRect">
            <a:avLst/>
          </a:prstGeom>
          <a:solidFill>
            <a:srgbClr val="0C132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84FC"/>
                </a:solidFill>
              </a:defRPr>
            </a:pPr>
            <a:r>
              <a:t>Constructive Code Feedback Loop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If the code isn't ready yet, the alumnus provides 2 structured lines of technical guidance. The student refactors and can re-apply once passing benchmarks.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192024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Staked Reputation &amp; Bonus Protection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Alumni protect their internal company reputation by referring only verified, test-covered candidates while unlocking company referral bonuses (up to ₹1.5L).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FEATURE SPOTLIGHT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Opportunity Exchange: Micro-Bounties &amp; Capstones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Connecting campus talent with live economic opportunities and industry mentorship.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</a:defRPr>
            </a:pPr>
            <a:r>
              <a:t>Startup Micro-Bounties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Alumni Founders post urgent production tickets (₹5,000 to ₹25,000). Students solve webhooks, caching, or SDK features in 48-72 hours, earning stipends and direct PPO interviews.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Industry-Mentored Capstones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Faculty link final-year student capstones with alumni engineering leads at Google, Microsoft, and Swiggy. Replaces dummy college projects with production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Targeted Campus Requisitions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Corporate recruiters list urgent off-campus vacancies targeted specifically at students with proven AST Code Readiness Scores above 90.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FEATURE SPOTLIGHT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Institution Impact &amp; Outcome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college alumni relations from fundraising brochures to real-time accreditation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164592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342+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Verified Referrals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14600" cy="1645920"/>
          </a:xfrm>
          <a:prstGeom prst="roundRect">
            <a:avLst/>
          </a:prstGeom>
          <a:solidFill>
            <a:srgbClr val="0C132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72B6"/>
                </a:solidFill>
              </a:defRPr>
            </a:pPr>
            <a:r>
              <a:t>₹4.2L+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Student Bounty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14600" cy="1645920"/>
          </a:xfrm>
          <a:prstGeom prst="roundRect">
            <a:avLst/>
          </a:prstGeom>
          <a:solidFill>
            <a:srgbClr val="0C132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84FC"/>
                </a:solidFill>
              </a:defRPr>
            </a:pPr>
            <a:r>
              <a:t>78%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Alumni Referral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14600" cy="164592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1945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1,240+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Active Campus Builders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11C3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Why Colleges &amp; Universities Pay for LinkX: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Instant NAAC &amp; NIRF Data: Generates audit-ready evidence on alumni engagement, industry co-guides, and student employment.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Geographic Density Mapping: Tracks alumni hubs across Bangalore, Gurgaon, San Francisco, and London for regional alumni chapter meetings.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High-Value Industry Placement Rate: Increases Tier-1 placement conversions by up to 3x compared to unmoderated on-campus drives.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Production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High-velocity, zero-bundle latency architecture designed for real-world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Frontend Engine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Modern ES6+ SPA &amp; React 19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Tailwind CSS Cyber Obsidian design tokens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Hardware-accelerated CSS mesh gradients &amp; orbs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Lucide icons &amp; responsive RBAC layouts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Sub-50ms DOM updates &amp; zero bundle 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Backend &amp; REST API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Node.js &amp; Express REST 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ES Modules architecture (v20+)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Role-Based Access Control (RBAC) across 6 roles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Persistent JSON database engine with ACID safety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High-throughput REST API with CORS &amp;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</a:defRPr>
            </a:pPr>
            <a:r>
              <a:t>Intelligence &amp; Analysis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AST Code Scanner &amp; Gemini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GitHub REST API v3 repo tree &amp; commit parsing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AST heuristic code complexity &amp; readiness scanner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Google Gemini AI LLM dossier summarizer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fallback heuristic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72B6"/>
                </a:solidFill>
              </a:defRPr>
            </a:pPr>
            <a:r>
              <a:t>COMMERCIAL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Model &amp; Monetization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multi-sided economic model providing sustained value to students, alumni, and institutions.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B2B College SaaS License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Annual Institutional Subscription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₹3L - ₹10L per university per year for outcome analytics, NIRF/NAAC audit telemetry, and branded institutional alumni command center.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</a:defRPr>
            </a:pPr>
            <a:r>
              <a:t>2. Corporate Recruiter Pass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Talent Radar Subscription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₹15,000 / month for corporate hiring teams to filter campus candidates based on verified AST code readiness scores and alumni endorsements.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0C132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3. Bounty Marketplace Fee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Escrow Platform Take-Rate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5% - 8% platform fee on all successfully completed and funded freelance micro-bounties and capstone disbursements.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solidFill>
              <a:srgbClr val="04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C1326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</a:defRPr>
            </a:pPr>
            <a:r>
              <a:t>THE WINNING CONCLUSION</a:t>
            </a:r>
          </a:p>
          <a:p>
            <a:pPr algn="ctr">
              <a:defRPr sz="2800" b="1">
                <a:solidFill>
                  <a:srgbClr val="F8FAFC"/>
                </a:solidFill>
              </a:defRPr>
            </a:pPr>
            <a:r>
              <a:t>LinkX Turns Dead Directories Into Living Economies.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br/>
            <a:r>
              <a:t>• Traditional directories fail because they lack mutual intent &amp; proof-of-work.</a:t>
            </a:r>
            <a:br/>
            <a:r>
              <a:t>• LinkX protects alumni time with 1-minute dossiers &amp; 1-click ATS referrals.</a:t>
            </a:r>
            <a:br/>
            <a:r>
              <a:t>• Students earn stipends &amp; job offers on merit, not begging DMs.</a:t>
            </a:r>
            <a:br/>
            <a:r>
              <a:t>• Institutions gain actionable, audit-ready data for accreditation.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br/>
            <a:r>
              <a:t>🚀 Live Engine Running at http://localhost:3000 • Ready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